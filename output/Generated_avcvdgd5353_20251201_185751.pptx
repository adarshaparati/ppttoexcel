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schemas.openxmlformats.org/officeDocument/2006/relationships/font" Target="fonts/Montserrat-regular.fntdata"/><Relationship Id="rId20" Type="http://schemas.openxmlformats.org/officeDocument/2006/relationships/font" Target="fonts/Montserrat-bold.fntdata"/><Relationship Id="rId21" Type="http://schemas.openxmlformats.org/officeDocument/2006/relationships/font" Target="fonts/Montserrat-italic.fntdata"/><Relationship Id="rId22" Type="http://schemas.openxmlformats.org/officeDocument/2006/relationships/font" Target="fonts/Montserra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SLIDES_API151766958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SLIDES_API151766958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SLIDES_API116658785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SLIDES_API116658785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SLIDES_API4399015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SLIDES_API4399015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S_API14089620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S_API14089620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SLIDES_API38116986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SLIDES_API3811698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SLIDES_API169148520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SLIDES_API169148520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SLIDES_API57231888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SLIDES_API57231888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SLIDES_API203835525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SLIDES_API203835525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/>
        </p:nvSpPr>
        <p:spPr>
          <a:xfrm flipH="1">
            <a:off x="3721836" y="-76111"/>
            <a:ext cx="8475689" cy="5292965"/>
          </a:xfrm>
          <a:prstGeom prst="flowChartOnlineStorage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Elements1</a:t>
            </a:r>
          </a:p>
        </p:txBody>
      </p:sp>
      <p:sp>
        <p:nvSpPr>
          <p:cNvPr id="60" name="Google Shape;60;p15"/>
          <p:cNvSpPr/>
          <p:nvPr/>
        </p:nvSpPr>
        <p:spPr>
          <a:xfrm>
            <a:off x="-1856100" y="-934475"/>
            <a:ext cx="7222500" cy="7222500"/>
          </a:xfrm>
          <a:prstGeom prst="donut">
            <a:avLst>
              <a:gd fmla="val 443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Elements2</a:t>
            </a:r>
          </a:p>
        </p:txBody>
      </p:sp>
      <p:sp>
        <p:nvSpPr>
          <p:cNvPr id="61" name="Google Shape;61;p15"/>
          <p:cNvSpPr txBox="1"/>
          <p:nvPr/>
        </p:nvSpPr>
        <p:spPr>
          <a:xfrm>
            <a:off x="5563775" y="2131875"/>
            <a:ext cx="3132000" cy="5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Description1</a:t>
            </a:r>
          </a:p>
        </p:txBody>
      </p:sp>
      <p:sp>
        <p:nvSpPr>
          <p:cNvPr id="62" name="Google Shape;62;p15"/>
          <p:cNvSpPr/>
          <p:nvPr/>
        </p:nvSpPr>
        <p:spPr>
          <a:xfrm>
            <a:off x="7674948" y="952800"/>
            <a:ext cx="809400" cy="70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Elements3</a:t>
            </a:r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3521"/>
            <a:ext cx="9144001" cy="5225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0"/>
            <a:ext cx="91338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Elements1</a:t>
            </a:r>
          </a:p>
        </p:txBody>
      </p:sp>
      <p:sp>
        <p:nvSpPr>
          <p:cNvPr id="68" name="Google Shape;68;p16"/>
          <p:cNvSpPr/>
          <p:nvPr/>
        </p:nvSpPr>
        <p:spPr>
          <a:xfrm>
            <a:off x="686575" y="2996350"/>
            <a:ext cx="5269200" cy="1851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Elements2</a:t>
            </a:r>
          </a:p>
        </p:txBody>
      </p:sp>
      <p:sp>
        <p:nvSpPr>
          <p:cNvPr id="69" name="Google Shape;69;p16"/>
          <p:cNvSpPr txBox="1"/>
          <p:nvPr/>
        </p:nvSpPr>
        <p:spPr>
          <a:xfrm flipH="1">
            <a:off x="847550" y="806438"/>
            <a:ext cx="3984300" cy="119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Overview</a:t>
            </a:r>
          </a:p>
        </p:txBody>
      </p:sp>
      <p:sp>
        <p:nvSpPr>
          <p:cNvPr id="70" name="Google Shape;70;p16"/>
          <p:cNvSpPr txBox="1"/>
          <p:nvPr/>
        </p:nvSpPr>
        <p:spPr>
          <a:xfrm flipH="1">
            <a:off x="974100" y="3259150"/>
            <a:ext cx="4185600" cy="119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Description1</a:t>
            </a:r>
          </a:p>
        </p:txBody>
      </p:sp>
      <p:pic>
        <p:nvPicPr>
          <p:cNvPr id="71" name="Picture 7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700" y="382350"/>
            <a:ext cx="3984300" cy="398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-1030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Elements1</a:t>
            </a:r>
          </a:p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335175" y="229425"/>
            <a:ext cx="8418600" cy="29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78" name="Google Shape;78;p17"/>
          <p:cNvSpPr txBox="1"/>
          <p:nvPr/>
        </p:nvSpPr>
        <p:spPr>
          <a:xfrm>
            <a:off x="349425" y="963777"/>
            <a:ext cx="1667700" cy="1043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Elements2</a:t>
            </a:r>
          </a:p>
        </p:txBody>
      </p:sp>
      <p:sp>
        <p:nvSpPr>
          <p:cNvPr id="79" name="Google Shape;79;p17"/>
          <p:cNvSpPr/>
          <p:nvPr/>
        </p:nvSpPr>
        <p:spPr>
          <a:xfrm>
            <a:off x="2014332" y="955525"/>
            <a:ext cx="1668000" cy="104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Elements3</a:t>
            </a:r>
          </a:p>
        </p:txBody>
      </p:sp>
      <p:sp>
        <p:nvSpPr>
          <p:cNvPr id="80" name="Google Shape;80;p17"/>
          <p:cNvSpPr/>
          <p:nvPr/>
        </p:nvSpPr>
        <p:spPr>
          <a:xfrm>
            <a:off x="3682431" y="955525"/>
            <a:ext cx="1667700" cy="1056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Elements4</a:t>
            </a:r>
          </a:p>
        </p:txBody>
      </p:sp>
      <p:sp>
        <p:nvSpPr>
          <p:cNvPr id="81" name="Google Shape;81;p17"/>
          <p:cNvSpPr/>
          <p:nvPr/>
        </p:nvSpPr>
        <p:spPr>
          <a:xfrm>
            <a:off x="7018454" y="955525"/>
            <a:ext cx="1667700" cy="104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Elements5</a:t>
            </a:r>
          </a:p>
        </p:txBody>
      </p:sp>
      <p:sp>
        <p:nvSpPr>
          <p:cNvPr id="82" name="Google Shape;82;p17"/>
          <p:cNvSpPr/>
          <p:nvPr/>
        </p:nvSpPr>
        <p:spPr>
          <a:xfrm>
            <a:off x="5350162" y="955525"/>
            <a:ext cx="1668000" cy="104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Elements6</a:t>
            </a:r>
          </a:p>
        </p:txBody>
      </p:sp>
      <p:sp>
        <p:nvSpPr>
          <p:cNvPr id="83" name="Google Shape;83;p17"/>
          <p:cNvSpPr/>
          <p:nvPr/>
        </p:nvSpPr>
        <p:spPr>
          <a:xfrm>
            <a:off x="2014334" y="2011023"/>
            <a:ext cx="1668000" cy="881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84" name="Google Shape;84;p17"/>
          <p:cNvSpPr/>
          <p:nvPr/>
        </p:nvSpPr>
        <p:spPr>
          <a:xfrm>
            <a:off x="3682256" y="2011023"/>
            <a:ext cx="1668000" cy="881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85" name="Google Shape;85;p17"/>
          <p:cNvSpPr/>
          <p:nvPr/>
        </p:nvSpPr>
        <p:spPr>
          <a:xfrm>
            <a:off x="5350162" y="2011023"/>
            <a:ext cx="1668000" cy="881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86" name="Google Shape;86;p17"/>
          <p:cNvSpPr/>
          <p:nvPr/>
        </p:nvSpPr>
        <p:spPr>
          <a:xfrm>
            <a:off x="7018276" y="2011023"/>
            <a:ext cx="1668000" cy="881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87" name="Google Shape;87;p17"/>
          <p:cNvSpPr/>
          <p:nvPr/>
        </p:nvSpPr>
        <p:spPr>
          <a:xfrm>
            <a:off x="2014332" y="2896476"/>
            <a:ext cx="1668000" cy="877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88" name="Google Shape;88;p17"/>
          <p:cNvSpPr/>
          <p:nvPr/>
        </p:nvSpPr>
        <p:spPr>
          <a:xfrm>
            <a:off x="3682253" y="2896476"/>
            <a:ext cx="1668000" cy="877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89" name="Google Shape;89;p17"/>
          <p:cNvSpPr/>
          <p:nvPr/>
        </p:nvSpPr>
        <p:spPr>
          <a:xfrm>
            <a:off x="5350162" y="2896476"/>
            <a:ext cx="1668000" cy="877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90" name="Google Shape;90;p17"/>
          <p:cNvSpPr/>
          <p:nvPr/>
        </p:nvSpPr>
        <p:spPr>
          <a:xfrm>
            <a:off x="7018276" y="2896476"/>
            <a:ext cx="1668000" cy="877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91" name="Google Shape;91;p17"/>
          <p:cNvSpPr/>
          <p:nvPr/>
        </p:nvSpPr>
        <p:spPr>
          <a:xfrm>
            <a:off x="2014332" y="3778645"/>
            <a:ext cx="1668000" cy="884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92" name="Google Shape;92;p17"/>
          <p:cNvSpPr/>
          <p:nvPr/>
        </p:nvSpPr>
        <p:spPr>
          <a:xfrm>
            <a:off x="3682253" y="3778645"/>
            <a:ext cx="1668000" cy="884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93" name="Google Shape;93;p17"/>
          <p:cNvSpPr/>
          <p:nvPr/>
        </p:nvSpPr>
        <p:spPr>
          <a:xfrm>
            <a:off x="5350162" y="3778645"/>
            <a:ext cx="1668000" cy="884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94" name="Google Shape;94;p17"/>
          <p:cNvSpPr/>
          <p:nvPr/>
        </p:nvSpPr>
        <p:spPr>
          <a:xfrm>
            <a:off x="7018276" y="3778645"/>
            <a:ext cx="1668000" cy="884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sp>
        <p:nvSpPr>
          <p:cNvPr id="95" name="Google Shape;95;p17"/>
          <p:cNvSpPr txBox="1"/>
          <p:nvPr/>
        </p:nvSpPr>
        <p:spPr>
          <a:xfrm>
            <a:off x="377147" y="1009086"/>
            <a:ext cx="1612200" cy="94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Description1</a:t>
            </a:r>
          </a:p>
        </p:txBody>
      </p:sp>
      <p:sp>
        <p:nvSpPr>
          <p:cNvPr id="96" name="Google Shape;96;p17"/>
          <p:cNvSpPr txBox="1"/>
          <p:nvPr/>
        </p:nvSpPr>
        <p:spPr>
          <a:xfrm>
            <a:off x="2041521" y="1010526"/>
            <a:ext cx="1613400" cy="93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Description2</a:t>
            </a:r>
          </a:p>
        </p:txBody>
      </p:sp>
      <p:sp>
        <p:nvSpPr>
          <p:cNvPr id="97" name="Google Shape;97;p17"/>
          <p:cNvSpPr txBox="1"/>
          <p:nvPr/>
        </p:nvSpPr>
        <p:spPr>
          <a:xfrm>
            <a:off x="3710153" y="1009086"/>
            <a:ext cx="1612200" cy="94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Description3</a:t>
            </a:r>
          </a:p>
        </p:txBody>
      </p:sp>
      <p:sp>
        <p:nvSpPr>
          <p:cNvPr id="98" name="Google Shape;98;p17"/>
          <p:cNvSpPr txBox="1"/>
          <p:nvPr/>
        </p:nvSpPr>
        <p:spPr>
          <a:xfrm>
            <a:off x="5378061" y="1009086"/>
            <a:ext cx="1612200" cy="94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Description4</a:t>
            </a:r>
          </a:p>
        </p:txBody>
      </p:sp>
      <p:sp>
        <p:nvSpPr>
          <p:cNvPr id="99" name="Google Shape;99;p17"/>
          <p:cNvSpPr txBox="1"/>
          <p:nvPr/>
        </p:nvSpPr>
        <p:spPr>
          <a:xfrm>
            <a:off x="7046175" y="1009086"/>
            <a:ext cx="1612200" cy="94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Description5</a:t>
            </a:r>
          </a:p>
        </p:txBody>
      </p:sp>
      <p:sp>
        <p:nvSpPr>
          <p:cNvPr id="100" name="Google Shape;100;p17"/>
          <p:cNvSpPr txBox="1"/>
          <p:nvPr/>
        </p:nvSpPr>
        <p:spPr>
          <a:xfrm>
            <a:off x="349425" y="2011311"/>
            <a:ext cx="1667700" cy="880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Name1</a:t>
            </a:r>
          </a:p>
        </p:txBody>
      </p:sp>
      <p:sp>
        <p:nvSpPr>
          <p:cNvPr id="101" name="Google Shape;101;p17"/>
          <p:cNvSpPr txBox="1"/>
          <p:nvPr/>
        </p:nvSpPr>
        <p:spPr>
          <a:xfrm>
            <a:off x="349425" y="2892733"/>
            <a:ext cx="1663800" cy="884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Name2</a:t>
            </a:r>
          </a:p>
        </p:txBody>
      </p:sp>
      <p:sp>
        <p:nvSpPr>
          <p:cNvPr id="102" name="Google Shape;102;p17"/>
          <p:cNvSpPr txBox="1"/>
          <p:nvPr/>
        </p:nvSpPr>
        <p:spPr>
          <a:xfrm>
            <a:off x="349425" y="3783848"/>
            <a:ext cx="1663800" cy="874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Name3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-1030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Elements1</a:t>
            </a:r>
          </a:p>
        </p:txBody>
      </p:sp>
      <p:sp>
        <p:nvSpPr>
          <p:cNvPr id="108" name="Google Shape;108;p18"/>
          <p:cNvSpPr txBox="1"/>
          <p:nvPr/>
        </p:nvSpPr>
        <p:spPr>
          <a:xfrm>
            <a:off x="397325" y="219625"/>
            <a:ext cx="5576700" cy="58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Name1</a:t>
            </a:r>
          </a:p>
        </p:txBody>
      </p:sp>
      <p:sp>
        <p:nvSpPr>
          <p:cNvPr id="109" name="Google Shape;109;p18"/>
          <p:cNvSpPr/>
          <p:nvPr/>
        </p:nvSpPr>
        <p:spPr>
          <a:xfrm>
            <a:off x="4586420" y="2158881"/>
            <a:ext cx="711080" cy="711079"/>
          </a:xfrm>
          <a:custGeom>
            <a:rect b="b" l="l" r="r" t="t"/>
            <a:pathLst>
              <a:path extrusionOk="0" h="506106" w="506107">
                <a:moveTo>
                  <a:pt x="506107" y="253053"/>
                </a:moveTo>
                <a:cubicBezTo>
                  <a:pt x="506107" y="392811"/>
                  <a:pt x="392811" y="506107"/>
                  <a:pt x="253054" y="506107"/>
                </a:cubicBezTo>
                <a:cubicBezTo>
                  <a:pt x="113296" y="506107"/>
                  <a:pt x="0" y="392811"/>
                  <a:pt x="0" y="253054"/>
                </a:cubicBezTo>
                <a:cubicBezTo>
                  <a:pt x="0" y="113296"/>
                  <a:pt x="113296" y="0"/>
                  <a:pt x="253054" y="0"/>
                </a:cubicBezTo>
                <a:cubicBezTo>
                  <a:pt x="392811" y="0"/>
                  <a:pt x="506107" y="113296"/>
                  <a:pt x="506107" y="25305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Elements2</a:t>
            </a:r>
          </a:p>
        </p:txBody>
      </p:sp>
      <p:sp>
        <p:nvSpPr>
          <p:cNvPr id="110" name="Google Shape;110;p18"/>
          <p:cNvSpPr/>
          <p:nvPr/>
        </p:nvSpPr>
        <p:spPr>
          <a:xfrm>
            <a:off x="3846345" y="2979993"/>
            <a:ext cx="711080" cy="711079"/>
          </a:xfrm>
          <a:custGeom>
            <a:rect b="b" l="l" r="r" t="t"/>
            <a:pathLst>
              <a:path extrusionOk="0" h="506106" w="506107">
                <a:moveTo>
                  <a:pt x="506107" y="253053"/>
                </a:moveTo>
                <a:cubicBezTo>
                  <a:pt x="506107" y="392811"/>
                  <a:pt x="392811" y="506107"/>
                  <a:pt x="253054" y="506107"/>
                </a:cubicBezTo>
                <a:cubicBezTo>
                  <a:pt x="113296" y="506107"/>
                  <a:pt x="0" y="392811"/>
                  <a:pt x="0" y="253054"/>
                </a:cubicBezTo>
                <a:cubicBezTo>
                  <a:pt x="0" y="113296"/>
                  <a:pt x="113296" y="0"/>
                  <a:pt x="253054" y="0"/>
                </a:cubicBezTo>
                <a:cubicBezTo>
                  <a:pt x="392811" y="0"/>
                  <a:pt x="506107" y="113296"/>
                  <a:pt x="506107" y="25305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Elements3</a:t>
            </a:r>
          </a:p>
        </p:txBody>
      </p:sp>
      <p:sp>
        <p:nvSpPr>
          <p:cNvPr id="111" name="Google Shape;111;p18"/>
          <p:cNvSpPr/>
          <p:nvPr/>
        </p:nvSpPr>
        <p:spPr>
          <a:xfrm rot="5400000">
            <a:off x="4336713" y="1909150"/>
            <a:ext cx="1210500" cy="1210500"/>
          </a:xfrm>
          <a:prstGeom prst="blockArc">
            <a:avLst>
              <a:gd fmla="val 10800000" name="adj1"/>
              <a:gd fmla="val 2634520" name="adj2"/>
              <a:gd fmla="val 9094" name="adj3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Elements4</a:t>
            </a:r>
          </a:p>
        </p:txBody>
      </p:sp>
      <p:sp>
        <p:nvSpPr>
          <p:cNvPr id="112" name="Google Shape;112;p18"/>
          <p:cNvSpPr/>
          <p:nvPr/>
        </p:nvSpPr>
        <p:spPr>
          <a:xfrm flipH="1" rot="-3056724">
            <a:off x="3606476" y="2730338"/>
            <a:ext cx="1210360" cy="1210360"/>
          </a:xfrm>
          <a:prstGeom prst="blockArc">
            <a:avLst>
              <a:gd fmla="val 10746848" name="adj1"/>
              <a:gd fmla="val 2279486" name="adj2"/>
              <a:gd fmla="val 9341" name="adj3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Elements5</a:t>
            </a:r>
          </a:p>
        </p:txBody>
      </p:sp>
      <p:sp>
        <p:nvSpPr>
          <p:cNvPr id="113" name="Google Shape;113;p18"/>
          <p:cNvSpPr/>
          <p:nvPr/>
        </p:nvSpPr>
        <p:spPr>
          <a:xfrm>
            <a:off x="0" y="1909150"/>
            <a:ext cx="4946400" cy="11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Elements6</a:t>
            </a:r>
          </a:p>
        </p:txBody>
      </p:sp>
      <p:sp>
        <p:nvSpPr>
          <p:cNvPr id="114" name="Google Shape;114;p18"/>
          <p:cNvSpPr/>
          <p:nvPr/>
        </p:nvSpPr>
        <p:spPr>
          <a:xfrm>
            <a:off x="4196225" y="3826850"/>
            <a:ext cx="4947900" cy="11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Elements7</a:t>
            </a:r>
          </a:p>
        </p:txBody>
      </p:sp>
      <p:sp>
        <p:nvSpPr>
          <p:cNvPr id="115" name="Google Shape;115;p18"/>
          <p:cNvSpPr txBox="1"/>
          <p:nvPr/>
        </p:nvSpPr>
        <p:spPr>
          <a:xfrm>
            <a:off x="5756300" y="2075288"/>
            <a:ext cx="2209200" cy="900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Description1</a:t>
            </a:r>
          </a:p>
        </p:txBody>
      </p:sp>
      <p:sp>
        <p:nvSpPr>
          <p:cNvPr id="116" name="Google Shape;116;p18"/>
          <p:cNvSpPr txBox="1"/>
          <p:nvPr/>
        </p:nvSpPr>
        <p:spPr>
          <a:xfrm>
            <a:off x="5900450" y="1800537"/>
            <a:ext cx="1920900" cy="24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Header1</a:t>
            </a:r>
          </a:p>
        </p:txBody>
      </p:sp>
      <p:sp>
        <p:nvSpPr>
          <p:cNvPr id="117" name="Google Shape;117;p18"/>
          <p:cNvSpPr txBox="1"/>
          <p:nvPr/>
        </p:nvSpPr>
        <p:spPr>
          <a:xfrm>
            <a:off x="1085925" y="3009450"/>
            <a:ext cx="2209200" cy="900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Description2</a:t>
            </a:r>
          </a:p>
        </p:txBody>
      </p:sp>
      <p:sp>
        <p:nvSpPr>
          <p:cNvPr id="118" name="Google Shape;118;p18"/>
          <p:cNvSpPr txBox="1"/>
          <p:nvPr/>
        </p:nvSpPr>
        <p:spPr>
          <a:xfrm>
            <a:off x="1230075" y="2734700"/>
            <a:ext cx="1920900" cy="24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Header2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0" y="0"/>
            <a:ext cx="91338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Elements1</a:t>
            </a:r>
          </a:p>
        </p:txBody>
      </p:sp>
      <p:sp>
        <p:nvSpPr>
          <p:cNvPr id="124" name="Google Shape;124;p19"/>
          <p:cNvSpPr/>
          <p:nvPr/>
        </p:nvSpPr>
        <p:spPr>
          <a:xfrm>
            <a:off x="3521525" y="3716952"/>
            <a:ext cx="38400" cy="142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Elements2</a:t>
            </a:r>
          </a:p>
        </p:txBody>
      </p:sp>
      <p:sp>
        <p:nvSpPr>
          <p:cNvPr id="125" name="Google Shape;125;p19"/>
          <p:cNvSpPr/>
          <p:nvPr/>
        </p:nvSpPr>
        <p:spPr>
          <a:xfrm>
            <a:off x="4552800" y="3193878"/>
            <a:ext cx="38400" cy="1949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Elements3</a:t>
            </a:r>
          </a:p>
        </p:txBody>
      </p:sp>
      <p:sp>
        <p:nvSpPr>
          <p:cNvPr id="126" name="Google Shape;126;p19"/>
          <p:cNvSpPr/>
          <p:nvPr/>
        </p:nvSpPr>
        <p:spPr>
          <a:xfrm>
            <a:off x="5612800" y="3517302"/>
            <a:ext cx="38400" cy="1626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Elements4</a:t>
            </a:r>
          </a:p>
        </p:txBody>
      </p:sp>
      <p:sp>
        <p:nvSpPr>
          <p:cNvPr id="127" name="Google Shape;127;p19"/>
          <p:cNvSpPr txBox="1"/>
          <p:nvPr/>
        </p:nvSpPr>
        <p:spPr>
          <a:xfrm>
            <a:off x="246400" y="187050"/>
            <a:ext cx="8679900" cy="64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Header1</a:t>
            </a:r>
          </a:p>
        </p:txBody>
      </p:sp>
      <p:sp>
        <p:nvSpPr>
          <p:cNvPr id="128" name="Google Shape;128;p19"/>
          <p:cNvSpPr/>
          <p:nvPr/>
        </p:nvSpPr>
        <p:spPr>
          <a:xfrm>
            <a:off x="3155675" y="3055700"/>
            <a:ext cx="770100" cy="77010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128588" rotWithShape="0" algn="bl" dir="8340000" dist="85725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Elements5</a:t>
            </a:r>
          </a:p>
        </p:txBody>
      </p:sp>
      <p:sp>
        <p:nvSpPr>
          <p:cNvPr id="129" name="Google Shape;129;p19"/>
          <p:cNvSpPr/>
          <p:nvPr/>
        </p:nvSpPr>
        <p:spPr>
          <a:xfrm>
            <a:off x="5246937" y="3055712"/>
            <a:ext cx="770100" cy="77010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128588" rotWithShape="0" algn="bl" dir="8340000" dist="85725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Elements6</a:t>
            </a:r>
          </a:p>
        </p:txBody>
      </p:sp>
      <p:sp>
        <p:nvSpPr>
          <p:cNvPr id="130" name="Google Shape;130;p19"/>
          <p:cNvSpPr/>
          <p:nvPr/>
        </p:nvSpPr>
        <p:spPr>
          <a:xfrm>
            <a:off x="4186950" y="2475425"/>
            <a:ext cx="770100" cy="77010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128588" rotWithShape="0" algn="bl" dir="8340000" dist="85725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Elements7</a:t>
            </a:r>
          </a:p>
        </p:txBody>
      </p:sp>
      <p:sp>
        <p:nvSpPr>
          <p:cNvPr id="131" name="Google Shape;131;p19"/>
          <p:cNvSpPr txBox="1"/>
          <p:nvPr/>
        </p:nvSpPr>
        <p:spPr>
          <a:xfrm>
            <a:off x="600701" y="2829050"/>
            <a:ext cx="21267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Header2</a:t>
            </a:r>
          </a:p>
        </p:txBody>
      </p:sp>
      <p:sp>
        <p:nvSpPr>
          <p:cNvPr id="132" name="Google Shape;132;p19"/>
          <p:cNvSpPr txBox="1"/>
          <p:nvPr/>
        </p:nvSpPr>
        <p:spPr>
          <a:xfrm>
            <a:off x="600700" y="3235325"/>
            <a:ext cx="2126700" cy="93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Description1</a:t>
            </a:r>
          </a:p>
        </p:txBody>
      </p:sp>
      <p:sp>
        <p:nvSpPr>
          <p:cNvPr id="133" name="Google Shape;133;p19"/>
          <p:cNvSpPr txBox="1"/>
          <p:nvPr/>
        </p:nvSpPr>
        <p:spPr>
          <a:xfrm>
            <a:off x="3508650" y="1132025"/>
            <a:ext cx="21267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Header3</a:t>
            </a:r>
          </a:p>
        </p:txBody>
      </p:sp>
      <p:sp>
        <p:nvSpPr>
          <p:cNvPr id="134" name="Google Shape;134;p19"/>
          <p:cNvSpPr txBox="1"/>
          <p:nvPr/>
        </p:nvSpPr>
        <p:spPr>
          <a:xfrm>
            <a:off x="3508650" y="1471750"/>
            <a:ext cx="2126700" cy="93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Description2</a:t>
            </a:r>
          </a:p>
        </p:txBody>
      </p:sp>
      <p:sp>
        <p:nvSpPr>
          <p:cNvPr id="135" name="Google Shape;135;p19"/>
          <p:cNvSpPr txBox="1"/>
          <p:nvPr/>
        </p:nvSpPr>
        <p:spPr>
          <a:xfrm>
            <a:off x="6284938" y="2829050"/>
            <a:ext cx="21267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Header4</a:t>
            </a:r>
          </a:p>
        </p:txBody>
      </p:sp>
      <p:sp>
        <p:nvSpPr>
          <p:cNvPr id="136" name="Google Shape;136;p19"/>
          <p:cNvSpPr txBox="1"/>
          <p:nvPr/>
        </p:nvSpPr>
        <p:spPr>
          <a:xfrm>
            <a:off x="6284950" y="3235325"/>
            <a:ext cx="2126700" cy="93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Description3</a:t>
            </a:r>
          </a:p>
        </p:txBody>
      </p:sp>
      <p:pic>
        <p:nvPicPr>
          <p:cNvPr id="140" name="Picture 1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725" y="3293178"/>
            <a:ext cx="270000" cy="270000"/>
          </a:xfrm>
          <a:prstGeom prst="rect">
            <a:avLst/>
          </a:prstGeom>
        </p:spPr>
      </p:pic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000" y="2712903"/>
            <a:ext cx="270000" cy="270000"/>
          </a:xfrm>
          <a:prstGeom prst="rect">
            <a:avLst/>
          </a:prstGeom>
        </p:spPr>
      </p:pic>
      <p:pic>
        <p:nvPicPr>
          <p:cNvPr id="142" name="Picture 1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6987" y="3293191"/>
            <a:ext cx="27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0" y="0"/>
            <a:ext cx="91338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/>
        </p:txBody>
      </p:sp>
      <p:sp>
        <p:nvSpPr>
          <p:cNvPr id="147" name="Google Shape;147;p20"/>
          <p:cNvSpPr/>
          <p:nvPr/>
        </p:nvSpPr>
        <p:spPr>
          <a:xfrm>
            <a:off x="1535904" y="1251060"/>
            <a:ext cx="7638639" cy="1073400"/>
          </a:xfrm>
          <a:custGeom>
            <a:rect b="b" l="l" r="r" t="t"/>
            <a:pathLst>
              <a:path extrusionOk="0" h="496370" w="4025633">
                <a:moveTo>
                  <a:pt x="0" y="0"/>
                </a:moveTo>
                <a:lnTo>
                  <a:pt x="4025633" y="0"/>
                </a:lnTo>
                <a:lnTo>
                  <a:pt x="4025633" y="496370"/>
                </a:lnTo>
                <a:lnTo>
                  <a:pt x="0" y="4963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p/>
        </p:txBody>
      </p:sp>
      <p:sp>
        <p:nvSpPr>
          <p:cNvPr id="148" name="Google Shape;148;p20"/>
          <p:cNvSpPr/>
          <p:nvPr/>
        </p:nvSpPr>
        <p:spPr>
          <a:xfrm>
            <a:off x="1535904" y="3137326"/>
            <a:ext cx="7638639" cy="1073400"/>
          </a:xfrm>
          <a:custGeom>
            <a:rect b="b" l="l" r="r" t="t"/>
            <a:pathLst>
              <a:path extrusionOk="0" h="496370" w="4025633">
                <a:moveTo>
                  <a:pt x="0" y="0"/>
                </a:moveTo>
                <a:lnTo>
                  <a:pt x="4025633" y="0"/>
                </a:lnTo>
                <a:lnTo>
                  <a:pt x="4025633" y="496370"/>
                </a:lnTo>
                <a:lnTo>
                  <a:pt x="0" y="4963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p/>
        </p:txBody>
      </p:sp>
      <p:sp>
        <p:nvSpPr>
          <p:cNvPr id="149" name="Google Shape;149;p20"/>
          <p:cNvSpPr/>
          <p:nvPr/>
        </p:nvSpPr>
        <p:spPr>
          <a:xfrm>
            <a:off x="0" y="1250850"/>
            <a:ext cx="2349043" cy="1073930"/>
          </a:xfrm>
          <a:custGeom>
            <a:rect b="b" l="l" r="r" t="t"/>
            <a:pathLst>
              <a:path extrusionOk="0" h="428287" w="1088780">
                <a:moveTo>
                  <a:pt x="816585" y="0"/>
                </a:moveTo>
                <a:lnTo>
                  <a:pt x="0" y="0"/>
                </a:lnTo>
                <a:lnTo>
                  <a:pt x="0" y="428287"/>
                </a:lnTo>
                <a:lnTo>
                  <a:pt x="816585" y="428287"/>
                </a:lnTo>
                <a:lnTo>
                  <a:pt x="1088780" y="214143"/>
                </a:lnTo>
                <a:lnTo>
                  <a:pt x="81658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p/>
        </p:txBody>
      </p:sp>
      <p:sp>
        <p:nvSpPr>
          <p:cNvPr id="150" name="Google Shape;150;p20"/>
          <p:cNvSpPr/>
          <p:nvPr/>
        </p:nvSpPr>
        <p:spPr>
          <a:xfrm>
            <a:off x="0" y="3137115"/>
            <a:ext cx="2349043" cy="1073930"/>
          </a:xfrm>
          <a:custGeom>
            <a:rect b="b" l="l" r="r" t="t"/>
            <a:pathLst>
              <a:path extrusionOk="0" h="428287" w="1088780">
                <a:moveTo>
                  <a:pt x="816585" y="0"/>
                </a:moveTo>
                <a:lnTo>
                  <a:pt x="0" y="0"/>
                </a:lnTo>
                <a:lnTo>
                  <a:pt x="0" y="428287"/>
                </a:lnTo>
                <a:lnTo>
                  <a:pt x="816585" y="428287"/>
                </a:lnTo>
                <a:lnTo>
                  <a:pt x="1088780" y="214143"/>
                </a:lnTo>
                <a:lnTo>
                  <a:pt x="81658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p/>
        </p:txBody>
      </p:sp>
      <p:sp>
        <p:nvSpPr>
          <p:cNvPr id="151" name="Google Shape;151;p20"/>
          <p:cNvSpPr txBox="1"/>
          <p:nvPr/>
        </p:nvSpPr>
        <p:spPr>
          <a:xfrm>
            <a:off x="217425" y="187050"/>
            <a:ext cx="8358900" cy="64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Recommendation</a:t>
            </a:r>
          </a:p>
        </p:txBody>
      </p:sp>
      <p:sp>
        <p:nvSpPr>
          <p:cNvPr id="152" name="Google Shape;152;p20"/>
          <p:cNvSpPr txBox="1"/>
          <p:nvPr/>
        </p:nvSpPr>
        <p:spPr>
          <a:xfrm>
            <a:off x="2679597" y="1527132"/>
            <a:ext cx="5997300" cy="520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Explore Google's deeper customization options to overcome current limitations and enhance functionality.</a:t>
            </a:r>
          </a:p>
        </p:txBody>
      </p:sp>
      <p:sp>
        <p:nvSpPr>
          <p:cNvPr id="153" name="Google Shape;153;p20"/>
          <p:cNvSpPr txBox="1"/>
          <p:nvPr/>
        </p:nvSpPr>
        <p:spPr>
          <a:xfrm>
            <a:off x="2499072" y="3413684"/>
            <a:ext cx="5997300" cy="520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Description2</a:t>
            </a:r>
          </a:p>
        </p:txBody>
      </p:sp>
      <p:sp>
        <p:nvSpPr>
          <p:cNvPr id="154" name="Google Shape;154;p20"/>
          <p:cNvSpPr txBox="1"/>
          <p:nvPr/>
        </p:nvSpPr>
        <p:spPr>
          <a:xfrm>
            <a:off x="217425" y="1425968"/>
            <a:ext cx="1518600" cy="72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Header2</a:t>
            </a:r>
          </a:p>
        </p:txBody>
      </p:sp>
      <p:sp>
        <p:nvSpPr>
          <p:cNvPr id="155" name="Google Shape;155;p20"/>
          <p:cNvSpPr txBox="1"/>
          <p:nvPr/>
        </p:nvSpPr>
        <p:spPr>
          <a:xfrm>
            <a:off x="217425" y="3312233"/>
            <a:ext cx="1518600" cy="72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Header3</a:t>
            </a:r>
          </a:p>
        </p:txBody>
      </p:sp>
      <p:pic>
        <p:nvPicPr>
          <p:cNvPr id="156" name="Picture 1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11" y="2195188"/>
            <a:ext cx="8570588" cy="724608"/>
          </a:xfrm>
          <a:prstGeom prst="rect">
            <a:avLst/>
          </a:prstGeom>
        </p:spPr>
      </p:pic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11" y="4078666"/>
            <a:ext cx="8570588" cy="724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2892075" y="0"/>
            <a:ext cx="62418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Elements1</a:t>
            </a:r>
          </a:p>
        </p:txBody>
      </p:sp>
      <p:sp>
        <p:nvSpPr>
          <p:cNvPr id="162" name="Google Shape;162;p21"/>
          <p:cNvSpPr/>
          <p:nvPr/>
        </p:nvSpPr>
        <p:spPr>
          <a:xfrm>
            <a:off x="2892075" y="0"/>
            <a:ext cx="2646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Elements2</a:t>
            </a:r>
          </a:p>
        </p:txBody>
      </p:sp>
      <p:sp>
        <p:nvSpPr>
          <p:cNvPr id="163" name="Google Shape;163;p21"/>
          <p:cNvSpPr txBox="1"/>
          <p:nvPr/>
        </p:nvSpPr>
        <p:spPr>
          <a:xfrm>
            <a:off x="5614950" y="1135575"/>
            <a:ext cx="3135000" cy="77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Overview</a:t>
            </a:r>
          </a:p>
        </p:txBody>
      </p:sp>
      <p:sp>
        <p:nvSpPr>
          <p:cNvPr id="164" name="Google Shape;164;p21"/>
          <p:cNvSpPr txBox="1"/>
          <p:nvPr/>
        </p:nvSpPr>
        <p:spPr>
          <a:xfrm>
            <a:off x="5614950" y="2544600"/>
            <a:ext cx="3248100" cy="414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Designation1</a:t>
            </a:r>
          </a:p>
        </p:txBody>
      </p:sp>
      <p:sp>
        <p:nvSpPr>
          <p:cNvPr id="165" name="Google Shape;165;p21"/>
          <p:cNvSpPr txBox="1"/>
          <p:nvPr/>
        </p:nvSpPr>
        <p:spPr>
          <a:xfrm>
            <a:off x="5614950" y="3075825"/>
            <a:ext cx="2737500" cy="47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Stat</a:t>
            </a:r>
          </a:p>
        </p:txBody>
      </p:sp>
      <p:pic>
        <p:nvPicPr>
          <p:cNvPr id="166" name="Picture 16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38"/>
            <a:ext cx="2891100" cy="5059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/>
          <p:nvPr/>
        </p:nvSpPr>
        <p:spPr>
          <a:xfrm>
            <a:off x="-1030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Elements1</a:t>
            </a:r>
          </a:p>
        </p:txBody>
      </p:sp>
      <p:sp>
        <p:nvSpPr>
          <p:cNvPr id="172" name="Google Shape;172;p22"/>
          <p:cNvSpPr/>
          <p:nvPr/>
        </p:nvSpPr>
        <p:spPr>
          <a:xfrm>
            <a:off x="4639175" y="1773339"/>
            <a:ext cx="1424770" cy="1423382"/>
          </a:xfrm>
          <a:custGeom>
            <a:rect b="b" l="l" r="r" t="t"/>
            <a:pathLst>
              <a:path extrusionOk="0" h="1218" w="1219">
                <a:moveTo>
                  <a:pt x="609" y="0"/>
                </a:moveTo>
                <a:cubicBezTo>
                  <a:pt x="273" y="0"/>
                  <a:pt x="0" y="273"/>
                  <a:pt x="0" y="609"/>
                </a:cubicBezTo>
                <a:cubicBezTo>
                  <a:pt x="0" y="916"/>
                  <a:pt x="227" y="1169"/>
                  <a:pt x="522" y="1212"/>
                </a:cubicBezTo>
                <a:cubicBezTo>
                  <a:pt x="550" y="1216"/>
                  <a:pt x="580" y="1218"/>
                  <a:pt x="609" y="1218"/>
                </a:cubicBezTo>
                <a:cubicBezTo>
                  <a:pt x="716" y="1218"/>
                  <a:pt x="816" y="1191"/>
                  <a:pt x="903" y="1143"/>
                </a:cubicBezTo>
                <a:cubicBezTo>
                  <a:pt x="909" y="1139"/>
                  <a:pt x="916" y="1136"/>
                  <a:pt x="922" y="1132"/>
                </a:cubicBezTo>
                <a:cubicBezTo>
                  <a:pt x="1035" y="1064"/>
                  <a:pt x="1124" y="961"/>
                  <a:pt x="1174" y="838"/>
                </a:cubicBezTo>
                <a:cubicBezTo>
                  <a:pt x="1203" y="767"/>
                  <a:pt x="1219" y="690"/>
                  <a:pt x="1219" y="609"/>
                </a:cubicBezTo>
                <a:cubicBezTo>
                  <a:pt x="1219" y="273"/>
                  <a:pt x="946" y="0"/>
                  <a:pt x="609" y="0"/>
                </a:cubicBezTo>
                <a:close/>
                <a:moveTo>
                  <a:pt x="774" y="918"/>
                </a:moveTo>
                <a:cubicBezTo>
                  <a:pt x="725" y="944"/>
                  <a:pt x="669" y="959"/>
                  <a:pt x="609" y="959"/>
                </a:cubicBezTo>
                <a:cubicBezTo>
                  <a:pt x="416" y="959"/>
                  <a:pt x="260" y="802"/>
                  <a:pt x="260" y="609"/>
                </a:cubicBezTo>
                <a:cubicBezTo>
                  <a:pt x="260" y="416"/>
                  <a:pt x="416" y="260"/>
                  <a:pt x="609" y="260"/>
                </a:cubicBezTo>
                <a:cubicBezTo>
                  <a:pt x="802" y="260"/>
                  <a:pt x="959" y="416"/>
                  <a:pt x="959" y="609"/>
                </a:cubicBezTo>
                <a:cubicBezTo>
                  <a:pt x="959" y="735"/>
                  <a:pt x="892" y="845"/>
                  <a:pt x="793" y="907"/>
                </a:cubicBezTo>
                <a:cubicBezTo>
                  <a:pt x="787" y="911"/>
                  <a:pt x="780" y="914"/>
                  <a:pt x="774" y="91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Elements2</a:t>
            </a:r>
          </a:p>
        </p:txBody>
      </p:sp>
      <p:sp>
        <p:nvSpPr>
          <p:cNvPr id="173" name="Google Shape;173;p22"/>
          <p:cNvSpPr/>
          <p:nvPr/>
        </p:nvSpPr>
        <p:spPr>
          <a:xfrm>
            <a:off x="5955930" y="1813307"/>
            <a:ext cx="1424770" cy="1423382"/>
          </a:xfrm>
          <a:custGeom>
            <a:rect b="b" l="l" r="r" t="t"/>
            <a:pathLst>
              <a:path extrusionOk="0" h="1218" w="1219">
                <a:moveTo>
                  <a:pt x="609" y="0"/>
                </a:moveTo>
                <a:cubicBezTo>
                  <a:pt x="273" y="0"/>
                  <a:pt x="0" y="273"/>
                  <a:pt x="0" y="609"/>
                </a:cubicBezTo>
                <a:cubicBezTo>
                  <a:pt x="0" y="946"/>
                  <a:pt x="273" y="1218"/>
                  <a:pt x="609" y="1218"/>
                </a:cubicBezTo>
                <a:cubicBezTo>
                  <a:pt x="946" y="1218"/>
                  <a:pt x="1219" y="946"/>
                  <a:pt x="1219" y="609"/>
                </a:cubicBezTo>
                <a:cubicBezTo>
                  <a:pt x="1219" y="273"/>
                  <a:pt x="946" y="0"/>
                  <a:pt x="609" y="0"/>
                </a:cubicBezTo>
                <a:close/>
                <a:moveTo>
                  <a:pt x="609" y="959"/>
                </a:moveTo>
                <a:cubicBezTo>
                  <a:pt x="416" y="959"/>
                  <a:pt x="260" y="802"/>
                  <a:pt x="260" y="609"/>
                </a:cubicBezTo>
                <a:cubicBezTo>
                  <a:pt x="260" y="416"/>
                  <a:pt x="416" y="260"/>
                  <a:pt x="609" y="260"/>
                </a:cubicBezTo>
                <a:cubicBezTo>
                  <a:pt x="802" y="260"/>
                  <a:pt x="959" y="416"/>
                  <a:pt x="959" y="609"/>
                </a:cubicBezTo>
                <a:cubicBezTo>
                  <a:pt x="959" y="802"/>
                  <a:pt x="802" y="959"/>
                  <a:pt x="609" y="959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Elements3</a:t>
            </a:r>
          </a:p>
        </p:txBody>
      </p:sp>
      <p:sp>
        <p:nvSpPr>
          <p:cNvPr id="174" name="Google Shape;174;p22"/>
          <p:cNvSpPr txBox="1"/>
          <p:nvPr/>
        </p:nvSpPr>
        <p:spPr>
          <a:xfrm>
            <a:off x="3294075" y="646938"/>
            <a:ext cx="2754900" cy="85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b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Description1</a:t>
            </a:r>
          </a:p>
        </p:txBody>
      </p:sp>
      <p:sp>
        <p:nvSpPr>
          <p:cNvPr id="175" name="Google Shape;175;p22"/>
          <p:cNvSpPr txBox="1"/>
          <p:nvPr/>
        </p:nvSpPr>
        <p:spPr>
          <a:xfrm>
            <a:off x="5964075" y="3761957"/>
            <a:ext cx="2718900" cy="96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Description2</a:t>
            </a:r>
          </a:p>
        </p:txBody>
      </p:sp>
      <p:sp>
        <p:nvSpPr>
          <p:cNvPr id="176" name="Google Shape;176;p22"/>
          <p:cNvSpPr txBox="1"/>
          <p:nvPr/>
        </p:nvSpPr>
        <p:spPr>
          <a:xfrm>
            <a:off x="3205275" y="342638"/>
            <a:ext cx="29325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Overview</a:t>
            </a:r>
          </a:p>
        </p:txBody>
      </p:sp>
      <p:sp>
        <p:nvSpPr>
          <p:cNvPr id="177" name="Google Shape;177;p22"/>
          <p:cNvSpPr txBox="1"/>
          <p:nvPr/>
        </p:nvSpPr>
        <p:spPr>
          <a:xfrm>
            <a:off x="6062475" y="3471263"/>
            <a:ext cx="2522100" cy="29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Overview</a:t>
            </a:r>
          </a:p>
        </p:txBody>
      </p:sp>
      <p:sp>
        <p:nvSpPr>
          <p:cNvPr id="178" name="Google Shape;178;p22"/>
          <p:cNvSpPr/>
          <p:nvPr/>
        </p:nvSpPr>
        <p:spPr>
          <a:xfrm>
            <a:off x="0" y="0"/>
            <a:ext cx="29325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rPr>
                <a:solidFill>
                  <a:srgbClr val="000000"/>
                </a:solidFill>
              </a:rPr>
              <a:t>Elements4</a:t>
            </a:r>
          </a:p>
        </p:txBody>
      </p:sp>
      <p:sp>
        <p:nvSpPr>
          <p:cNvPr id="179" name="Google Shape;179;p22"/>
          <p:cNvSpPr txBox="1"/>
          <p:nvPr/>
        </p:nvSpPr>
        <p:spPr>
          <a:xfrm>
            <a:off x="177600" y="346525"/>
            <a:ext cx="2754900" cy="624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rPr>
                <a:solidFill>
                  <a:srgbClr val="000000"/>
                </a:solidFill>
              </a:rPr>
              <a:t>Overview</a:t>
            </a:r>
          </a:p>
        </p:txBody>
      </p:sp>
      <p:pic>
        <p:nvPicPr>
          <p:cNvPr id="182" name="Picture 18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25" y="1835151"/>
            <a:ext cx="5819151" cy="1473200"/>
          </a:xfrm>
          <a:prstGeom prst="rect">
            <a:avLst/>
          </a:prstGeom>
        </p:spPr>
      </p:pic>
      <p:pic>
        <p:nvPicPr>
          <p:cNvPr id="183" name="Picture 1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127" y="2272675"/>
            <a:ext cx="423900" cy="423900"/>
          </a:xfrm>
          <a:prstGeom prst="rect">
            <a:avLst/>
          </a:prstGeom>
        </p:spPr>
      </p:pic>
      <p:pic>
        <p:nvPicPr>
          <p:cNvPr id="184" name="Picture 18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336" y="2293756"/>
            <a:ext cx="423900" cy="423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000000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Elements1</a:t>
            </a:r>
          </a:p>
        </p:txBody>
      </p:sp>
      <p:sp>
        <p:nvSpPr>
          <p:cNvPr id="187" name="Google Shape;187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Elements2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